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9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76BF-DD15-4BF7-993A-8ADA3638AFF3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A40A-E3E6-43C0-9ED9-A20828AFA9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5896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76BF-DD15-4BF7-993A-8ADA3638AFF3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A40A-E3E6-43C0-9ED9-A20828AFA9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09088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76BF-DD15-4BF7-993A-8ADA3638AFF3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A40A-E3E6-43C0-9ED9-A20828AFA9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77503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76BF-DD15-4BF7-993A-8ADA3638AFF3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A40A-E3E6-43C0-9ED9-A20828AFA9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0940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76BF-DD15-4BF7-993A-8ADA3638AFF3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A40A-E3E6-43C0-9ED9-A20828AFA9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35527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76BF-DD15-4BF7-993A-8ADA3638AFF3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A40A-E3E6-43C0-9ED9-A20828AFA9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08348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76BF-DD15-4BF7-993A-8ADA3638AFF3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A40A-E3E6-43C0-9ED9-A20828AFA9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14263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76BF-DD15-4BF7-993A-8ADA3638AFF3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A40A-E3E6-43C0-9ED9-A20828AFA9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57652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76BF-DD15-4BF7-993A-8ADA3638AFF3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A40A-E3E6-43C0-9ED9-A20828AFA9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812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76BF-DD15-4BF7-993A-8ADA3638AFF3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A40A-E3E6-43C0-9ED9-A20828AFA9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64876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76BF-DD15-4BF7-993A-8ADA3638AFF3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A40A-E3E6-43C0-9ED9-A20828AFA9BF}" type="slidenum">
              <a:rPr lang="en-NL" smtClean="0"/>
              <a:t>‹#›</a:t>
            </a:fld>
            <a:endParaRPr lang="en-NL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3023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76BF-DD15-4BF7-993A-8ADA3638AFF3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A40A-E3E6-43C0-9ED9-A20828AFA9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66097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76BF-DD15-4BF7-993A-8ADA3638AFF3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A40A-E3E6-43C0-9ED9-A20828AFA9BF}" type="slidenum">
              <a:rPr lang="en-NL" smtClean="0"/>
              <a:t>‹#›</a:t>
            </a:fld>
            <a:endParaRPr lang="en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9423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76BF-DD15-4BF7-993A-8ADA3638AFF3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A40A-E3E6-43C0-9ED9-A20828AFA9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686545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76BF-DD15-4BF7-993A-8ADA3638AFF3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A40A-E3E6-43C0-9ED9-A20828AFA9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17779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76BF-DD15-4BF7-993A-8ADA3638AFF3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A40A-E3E6-43C0-9ED9-A20828AFA9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22300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76BF-DD15-4BF7-993A-8ADA3638AFF3}" type="datetimeFigureOut">
              <a:rPr lang="en-NL" smtClean="0"/>
              <a:t>16/10/2025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0D4A40A-E3E6-43C0-9ED9-A20828AFA9B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20934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BBCEA-DAF1-2EC2-D817-96BC9F2F3F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The Green Mile </a:t>
            </a:r>
            <a:b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Climate Measuring Box</a:t>
            </a:r>
            <a:endParaRPr lang="en-NL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A16E6-E8A7-1243-23EC-50D900E453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Team 1 | Sebas, Sam, Anwar, Brian and Casper</a:t>
            </a:r>
            <a:endParaRPr lang="en-NL" dirty="0">
              <a:latin typeface="Aptos" panose="020B0004020202020204" pitchFamily="34" charset="0"/>
            </a:endParaRPr>
          </a:p>
        </p:txBody>
      </p:sp>
      <p:pic>
        <p:nvPicPr>
          <p:cNvPr id="1026" name="Picture 2" descr="Logo HvA - openresearch.amsterdam">
            <a:extLst>
              <a:ext uri="{FF2B5EF4-FFF2-40B4-BE49-F238E27FC236}">
                <a16:creationId xmlns:a16="http://schemas.microsoft.com/office/drawing/2014/main" id="{EC95C738-55FB-E204-9C5A-1EEEF3415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33525"/>
            <a:ext cx="3782728" cy="112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app">
            <a:extLst>
              <a:ext uri="{FF2B5EF4-FFF2-40B4-BE49-F238E27FC236}">
                <a16:creationId xmlns:a16="http://schemas.microsoft.com/office/drawing/2014/main" id="{17BBF84F-A673-6474-FB0A-8EA38C67E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268" y="5733525"/>
            <a:ext cx="2329314" cy="116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7762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DC4A5-D05C-5729-E3FB-A16EB9A57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Aptos" panose="020B0004020202020204" pitchFamily="34" charset="0"/>
              </a:rPr>
              <a:t>Sprint 1</a:t>
            </a:r>
            <a:endParaRPr lang="en-NL" sz="48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865D1-0998-A530-D410-247986F40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Setup Work Structure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Documentation Page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Temperature Sensor (SHT41)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Aptos" panose="020B0004020202020204" pitchFamily="34" charset="0"/>
              </a:rPr>
              <a:t>WiFi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 connection / Start on LTE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MQTT Client / Broker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Database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Grafana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NL" sz="24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735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E0CFF-7AD1-E7E9-2900-372461DE5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FB8DE-418A-5E44-A546-23EF214E4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Aptos" panose="020B0004020202020204" pitchFamily="34" charset="0"/>
              </a:rPr>
              <a:t>MVP Demo</a:t>
            </a:r>
            <a:br>
              <a:rPr lang="en-US" sz="4800" dirty="0">
                <a:solidFill>
                  <a:schemeClr val="tx1"/>
                </a:solidFill>
                <a:latin typeface="Aptos" panose="020B0004020202020204" pitchFamily="34" charset="0"/>
              </a:rPr>
            </a:br>
            <a:endParaRPr lang="en-NL" sz="48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08B96-2F2D-CA2E-9F58-A88D4E9A3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Show case of the current prototype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endParaRPr lang="en-US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NL" sz="24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450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F3F6F-B334-62C7-E024-ACE2676A3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259CA-8933-45E0-4A38-8B32012FC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Aptos" panose="020B0004020202020204" pitchFamily="34" charset="0"/>
              </a:rPr>
              <a:t>Next Steps</a:t>
            </a:r>
            <a:endParaRPr lang="en-NL" sz="48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3AA1E-6AD1-A384-AB15-C7ED83C18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Basic Enclosure + Mounting Bracket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Start Waterproofing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Measure Air Quality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Use </a:t>
            </a:r>
            <a:r>
              <a:rPr lang="en-US" sz="2400" dirty="0" err="1">
                <a:solidFill>
                  <a:schemeClr val="tx1"/>
                </a:solidFill>
                <a:latin typeface="Aptos" panose="020B0004020202020204" pitchFamily="34" charset="0"/>
              </a:rPr>
              <a:t>WonderBoard</a:t>
            </a:r>
            <a:endParaRPr lang="en-US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Error Handling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LTE Connection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819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019F-19CD-783F-2495-A2179D943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9DD69-A54F-CB48-0B43-567AD8E0D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Aptos" panose="020B0004020202020204" pitchFamily="34" charset="0"/>
              </a:rPr>
              <a:t>Questions / Feedback</a:t>
            </a:r>
            <a:endParaRPr lang="en-NL" sz="48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8A957-448D-B168-3B46-1E577F4DA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Questions about the current progress?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Feedback on the current progress?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What would you like to see as MVP for this sprint?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Please fill in the form</a:t>
            </a: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NL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endParaRPr lang="en-NL" sz="24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12489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190</TotalTime>
  <Words>102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Trebuchet MS</vt:lpstr>
      <vt:lpstr>Wingdings 3</vt:lpstr>
      <vt:lpstr>Facet</vt:lpstr>
      <vt:lpstr>The Green Mile  Climate Measuring Box</vt:lpstr>
      <vt:lpstr>Sprint 1</vt:lpstr>
      <vt:lpstr>MVP Demo </vt:lpstr>
      <vt:lpstr>Next Steps</vt:lpstr>
      <vt:lpstr>Questions /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Sebastiaan Koedam</dc:creator>
  <cp:lastModifiedBy>Sebastiaan Koedam</cp:lastModifiedBy>
  <cp:revision>2</cp:revision>
  <dcterms:created xsi:type="dcterms:W3CDTF">2025-10-15T07:41:19Z</dcterms:created>
  <dcterms:modified xsi:type="dcterms:W3CDTF">2025-10-16T11:28:56Z</dcterms:modified>
</cp:coreProperties>
</file>